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200" y="2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94042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3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365760"/>
            <a:ext cx="2926080" cy="2926080"/>
          </a:xfrm>
          <a:prstGeom prst="ellipse">
            <a:avLst/>
          </a:prstGeom>
          <a:solidFill>
            <a:srgbClr val="E2A33D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058400" y="5029200"/>
            <a:ext cx="1828800" cy="1828800"/>
          </a:xfrm>
          <a:prstGeom prst="ellipse">
            <a:avLst/>
          </a:prstGeom>
          <a:solidFill>
            <a:srgbClr val="52705C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1371600"/>
            <a:ext cx="1005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3017520" y="1600200"/>
            <a:ext cx="2194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548640" y="3337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7D0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Workplace Productivity Assistant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8640" y="62179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7C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Patience Dlomo  ·  CAPACITI AI Skill Accelerator Programme  ·  2026</a:t>
            </a:r>
            <a:endParaRPr lang="en-US" sz="11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6976DBD-3F68-DE50-71A4-0CC492E0AA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580" y="378460"/>
            <a:ext cx="6443454" cy="26800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023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27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platform. Five AI-powered tools. Zero tab-switching.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1206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023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DiraSmart is a single integrated AI-powered dashboard that helps professionals automate everyday workplace tasks. Instead of juggling multiple tools, everything is in one place — powered by Claude AI.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3200400"/>
            <a:ext cx="2011680" cy="2468880"/>
          </a:xfrm>
          <a:prstGeom prst="roundRect">
            <a:avLst>
              <a:gd name="adj" fmla="val 4545"/>
            </a:avLst>
          </a:prstGeom>
          <a:solidFill>
            <a:srgbClr val="1023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338328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✉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40080" y="411480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Email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Generator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761488" y="3200400"/>
            <a:ext cx="2011680" cy="2468880"/>
          </a:xfrm>
          <a:prstGeom prst="roundRect">
            <a:avLst>
              <a:gd name="adj" fmla="val 4545"/>
            </a:avLst>
          </a:prstGeom>
          <a:solidFill>
            <a:srgbClr val="1023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761488" y="338328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📝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852928" y="411480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Meeting Notes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Summarizer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974336" y="3200400"/>
            <a:ext cx="2011680" cy="2468880"/>
          </a:xfrm>
          <a:prstGeom prst="roundRect">
            <a:avLst>
              <a:gd name="adj" fmla="val 4545"/>
            </a:avLst>
          </a:prstGeom>
          <a:solidFill>
            <a:srgbClr val="1023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974336" y="338328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🗓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5065776" y="411480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Task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Planner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187184" y="3200400"/>
            <a:ext cx="2011680" cy="2468880"/>
          </a:xfrm>
          <a:prstGeom prst="roundRect">
            <a:avLst>
              <a:gd name="adj" fmla="val 4545"/>
            </a:avLst>
          </a:prstGeom>
          <a:solidFill>
            <a:srgbClr val="1023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187184" y="338328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🔎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7278624" y="411480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Assistant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400032" y="3200400"/>
            <a:ext cx="2011680" cy="2468880"/>
          </a:xfrm>
          <a:prstGeom prst="roundRect">
            <a:avLst>
              <a:gd name="adj" fmla="val 4545"/>
            </a:avLst>
          </a:prstGeom>
          <a:solidFill>
            <a:srgbClr val="1023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400032" y="338328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💬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9491472" y="411480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Workplace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Chatbot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48640" y="649224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27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by Patience Dlomo  ·  DiraSmart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3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7D0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Professionals lose hours every day to repetitive admin - across every role, every industry.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03520" cy="1828800"/>
          </a:xfrm>
          <a:prstGeom prst="roundRect">
            <a:avLst>
              <a:gd name="adj" fmla="val 5000"/>
            </a:avLst>
          </a:prstGeom>
          <a:solidFill>
            <a:srgbClr val="16291F"/>
          </a:solidFill>
          <a:ln w="12700">
            <a:solidFill>
              <a:srgbClr val="2C43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✉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463040" y="201168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2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overload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63040" y="2468880"/>
            <a:ext cx="4206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7D0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Drafting routine professional emails from scratch, every single time — same formats, different words.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1828800"/>
            <a:ext cx="5303520" cy="1828800"/>
          </a:xfrm>
          <a:prstGeom prst="roundRect">
            <a:avLst>
              <a:gd name="adj" fmla="val 5000"/>
            </a:avLst>
          </a:prstGeom>
          <a:solidFill>
            <a:srgbClr val="16291F"/>
          </a:solidFill>
          <a:ln w="12700">
            <a:solidFill>
              <a:srgbClr val="2C43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0" y="21031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📝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132320" y="201168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2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Lost meeting info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132320" y="2468880"/>
            <a:ext cx="4206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7D0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Re-reading pages of notes just to find one decision or action item that was buried in the middle.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931920"/>
            <a:ext cx="5303520" cy="1828800"/>
          </a:xfrm>
          <a:prstGeom prst="roundRect">
            <a:avLst>
              <a:gd name="adj" fmla="val 5000"/>
            </a:avLst>
          </a:prstGeom>
          <a:solidFill>
            <a:srgbClr val="16291F"/>
          </a:solidFill>
          <a:ln w="12700">
            <a:solidFill>
              <a:srgbClr val="2C43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31520" y="4206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🗓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463040" y="411480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2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Poor prioritization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463040" y="4572000"/>
            <a:ext cx="4206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7D0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Staring at a long task list with no clear order, wasting time deciding what to do first.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3931920"/>
            <a:ext cx="5303520" cy="1828800"/>
          </a:xfrm>
          <a:prstGeom prst="roundRect">
            <a:avLst>
              <a:gd name="adj" fmla="val 5000"/>
            </a:avLst>
          </a:prstGeom>
          <a:solidFill>
            <a:srgbClr val="16291F"/>
          </a:solidFill>
          <a:ln w="12700">
            <a:solidFill>
              <a:srgbClr val="2C43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00800" y="4206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🔎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7132320" y="411480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2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takes too long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132320" y="4572000"/>
            <a:ext cx="42062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C7D0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Spending 30+ minutes reading articles or reports before being able to act on the information.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649224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7C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by Patience Dlomo  ·  DiraSmart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023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Solution &amp; Features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27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dashboard. Five AI tools. Each with a carefully engineered prompt.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CE2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13232" y="17647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✉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25880" y="16916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23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Email Generator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25880" y="2075688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27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Generates professional emails from bullet points. Adapts tone (formal/friendly/persuasive) AND vocabulary by audience — client, manager, or team.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309360" y="1600200"/>
            <a:ext cx="53949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CE2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73952" y="17647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📝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086600" y="169164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23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Meeting Notes Summarizer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086600" y="2075688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27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Paste raw notes and get: Overview, Decisions Made, Action Items with owners &amp; deadlines, and Open Questions — structured and ready to share.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108960"/>
            <a:ext cx="53949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CE2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13232" y="327355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🗓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325880" y="320040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23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Task Planner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325880" y="3584448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27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 your tasks and working hours. Get a prioritized, time-blocked schedule ranked High/Medium/Low with a time-saving tip.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309360" y="3108960"/>
            <a:ext cx="53949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CE2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73952" y="327355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🔎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086600" y="320040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23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Assistant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086600" y="3584448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27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Paste a topic or article. Get a plain-language summary, key insights (the 'so what'), and concrete recommendations — fast.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617720"/>
            <a:ext cx="539496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DCE2D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13232" y="47823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325880" y="470916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23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Workplace Chatbot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325880" y="5093208"/>
            <a:ext cx="4389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27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conversational AI assistant for quick questions, brainstorming, and drafting help — with full session memory.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429000" y="5559552"/>
            <a:ext cx="5394960" cy="914400"/>
          </a:xfrm>
          <a:prstGeom prst="roundRect">
            <a:avLst>
              <a:gd name="adj" fmla="val 8000"/>
            </a:avLst>
          </a:prstGeom>
          <a:solidFill>
            <a:srgbClr val="1023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593592" y="56509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4206240" y="5650992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Workplace Chatbot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206240" y="598932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7D0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Conversational AI assistant — quick questions, brainstorming, drafting help, with session memory.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649224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27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by Patience Dlomo  ·  DiraSmart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23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Technologies Used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566160" cy="2011680"/>
          </a:xfrm>
          <a:prstGeom prst="roundRect">
            <a:avLst>
              <a:gd name="adj" fmla="val 4545"/>
            </a:avLst>
          </a:prstGeom>
          <a:solidFill>
            <a:srgbClr val="16291F"/>
          </a:solidFill>
          <a:ln w="12700">
            <a:solidFill>
              <a:srgbClr val="2C43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16002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🤖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2402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2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AI (Anthropic)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31520" y="265176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7D0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Powers all 5 AI features via the claude-sonnet-4-6 model and /v1/messages API endpoint. Each feature has its own system prompt.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407408" y="1417320"/>
            <a:ext cx="3566160" cy="2011680"/>
          </a:xfrm>
          <a:prstGeom prst="roundRect">
            <a:avLst>
              <a:gd name="adj" fmla="val 4545"/>
            </a:avLst>
          </a:prstGeom>
          <a:solidFill>
            <a:srgbClr val="16291F"/>
          </a:solidFill>
          <a:ln w="12700">
            <a:solidFill>
              <a:srgbClr val="2C43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90288" y="16002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💡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590288" y="22402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2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Lovable AI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590288" y="265176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7D0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to ideate the dashboard structure, UI layout, and feature concepts. Helped rapidly prototype the app design and user flow.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266176" y="1417320"/>
            <a:ext cx="3566160" cy="2011680"/>
          </a:xfrm>
          <a:prstGeom prst="roundRect">
            <a:avLst>
              <a:gd name="adj" fmla="val 4545"/>
            </a:avLst>
          </a:prstGeom>
          <a:solidFill>
            <a:srgbClr val="16291F"/>
          </a:solidFill>
          <a:ln w="12700">
            <a:solidFill>
              <a:srgbClr val="2C43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449056" y="16002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🐙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8449056" y="22402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2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449056" y="265176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7D0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Version control and project hosting. Repository: PatienceDlomo/diraSmart. GitHub Pages used to deploy the live app.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3703320"/>
            <a:ext cx="3566160" cy="2011680"/>
          </a:xfrm>
          <a:prstGeom prst="roundRect">
            <a:avLst>
              <a:gd name="adj" fmla="val 4545"/>
            </a:avLst>
          </a:prstGeom>
          <a:solidFill>
            <a:srgbClr val="16291F"/>
          </a:solidFill>
          <a:ln w="12700">
            <a:solidFill>
              <a:srgbClr val="2C43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731520" y="38862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🌐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731520" y="45262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2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/ CSS / JavaScript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31520" y="493776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7D0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entire app is a single index.html file — no frameworks, no build step, runs in any modern browser.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407408" y="3703320"/>
            <a:ext cx="3566160" cy="2011680"/>
          </a:xfrm>
          <a:prstGeom prst="roundRect">
            <a:avLst>
              <a:gd name="adj" fmla="val 4545"/>
            </a:avLst>
          </a:prstGeom>
          <a:solidFill>
            <a:srgbClr val="16291F"/>
          </a:solidFill>
          <a:ln w="12700">
            <a:solidFill>
              <a:srgbClr val="2C43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590288" y="38862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✍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4590288" y="45262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2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 Engineering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590288" y="493776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7D0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of the 5 tools has a custom system prompt scoped to its task — guiding tone, structure, and output format precisely.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266176" y="3703320"/>
            <a:ext cx="3566160" cy="2011680"/>
          </a:xfrm>
          <a:prstGeom prst="roundRect">
            <a:avLst>
              <a:gd name="adj" fmla="val 4545"/>
            </a:avLst>
          </a:prstGeom>
          <a:solidFill>
            <a:srgbClr val="16291F"/>
          </a:solidFill>
          <a:ln w="12700">
            <a:solidFill>
              <a:srgbClr val="2C433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449056" y="38862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8449056" y="45262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2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Claude.ai (this chat)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449056" y="4937760"/>
            <a:ext cx="32004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C7D0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Used to build, refine, debug, and iterate on the app, documentation, and presentation throughout the project.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48640" y="649224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E7C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by Patience Dlomo  ·  DiraSmart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3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39" y="365760"/>
            <a:ext cx="1026650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0231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&amp; Lovable Experience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5303520" cy="5120640"/>
          </a:xfrm>
          <a:prstGeom prst="roundRect">
            <a:avLst>
              <a:gd name="adj" fmla="val 1786"/>
            </a:avLst>
          </a:prstGeom>
          <a:solidFill>
            <a:srgbClr val="10231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77240" y="128016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2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Challenges Faced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" y="182880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File naming on GitHub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77240" y="214884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A9B3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Uploading files with names like index-2.html instead of index.html caused the live site not to load. Fixed by renaming the file directly on GitHub.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77240" y="28346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Generic AI output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315468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A9B3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prompts produced one-size-fits-all responses. Fixed by adding audience type (Client/Manager/Team) and scoping each system prompt narrowly.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77240" y="384048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Inconsistent output format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416052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A9B3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responses came back in varying structures. Fixed by specifying exact output sections in every system prompt (e.g. Overview / Decisions / Action Items).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77240" y="484632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GitHub Pages not updating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516636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A9B3A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site showed old content after uploads due to browser caching. Fixed with hard refresh (Ctrl+Shift+R) and waiting for GitHub to rebuild.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26480" y="1097279"/>
            <a:ext cx="5303520" cy="5120639"/>
          </a:xfrm>
          <a:prstGeom prst="roundRect">
            <a:avLst>
              <a:gd name="adj" fmla="val 1786"/>
            </a:avLst>
          </a:prstGeom>
          <a:solidFill>
            <a:srgbClr val="FBF3E4"/>
          </a:solidFill>
          <a:ln w="12700">
            <a:solidFill>
              <a:srgbClr val="EAD7A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355080" y="128016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023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 Experience with Lovable AI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55080" y="182880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27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What was useful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55080" y="214884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27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Lovable helped me quickly visualise the dashboard layout and think through the UX flow — great for ideation and getting started fast.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355080" y="2536146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27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What was interesting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81507" y="2787606"/>
            <a:ext cx="4846320" cy="45588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27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Seeing how a prompt could generate a full UI structure in seconds was eye-opening-it showed how AI can accelerate early-stage development.</a:t>
            </a:r>
          </a:p>
          <a:p>
            <a:pPr marL="0" indent="0">
              <a:buNone/>
            </a:pP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355080" y="3316014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27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What was challenging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55080" y="3561955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27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Lovable works best with clear, detailed prompts. Vague instructions produced generic results. Strong prompt engineering was essential to get quality output.</a:t>
            </a:r>
          </a:p>
          <a:p>
            <a:endParaRPr lang="en-US" sz="1050" dirty="0">
              <a:solidFill>
                <a:srgbClr val="62706A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r>
              <a:rPr lang="en-US" sz="1050" dirty="0">
                <a:solidFill>
                  <a:srgbClr val="627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free plan limits the number of AI generations. Once the credits are exhausted, It is difficult to continue refining or adding new features without upgrading to a paid plan.</a:t>
            </a:r>
          </a:p>
          <a:p>
            <a:pPr marL="0" indent="0">
              <a:buNone/>
            </a:pP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355080" y="484632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270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Key takeaway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355080" y="516636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27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tools like Lovable are powerful starting points, not finished solutions. The real skill is knowing how to guide and refine the output, which is where prompt engineering matters most.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48640" y="649224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270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by Patience Dlomo  ·  DiraSmart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867</Words>
  <Application>Microsoft Macintosh PowerPoint</Application>
  <PresentationFormat>Widescreen</PresentationFormat>
  <Paragraphs>105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DiraSmart — AI Workplace Productivity Assistant</dc:title>
  <dc:subject>PptxGenJS Presentation</dc:subject>
  <dc:creator>PptxGenJS</dc:creator>
  <cp:lastModifiedBy>Patience Dlomo</cp:lastModifiedBy>
  <cp:revision>4</cp:revision>
  <dcterms:created xsi:type="dcterms:W3CDTF">2026-07-01T09:02:04Z</dcterms:created>
  <dcterms:modified xsi:type="dcterms:W3CDTF">2026-07-01T09:30:00Z</dcterms:modified>
</cp:coreProperties>
</file>