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DiraSmart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Workplace Productivity Assistant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"Dira" — Setswana for work — DiraSmart means working smart.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Accelerator Programme — CAPACITI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E2A33D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3840480"/>
            <a:ext cx="1280160" cy="1280160"/>
          </a:xfrm>
          <a:prstGeom prst="ellipse">
            <a:avLst/>
          </a:prstGeom>
          <a:solidFill>
            <a:srgbClr val="52705C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lose real working hours to repetitive admin tasks — every day, across every role.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17627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routine emails from scratch, every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0" y="217627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long meeting notes to find decisions &amp; action items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377647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prioritizing and scheduling a full task list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377647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too long researching topics before acting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dashboard — not five separate tools — built around the Claude API.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4297680"/>
          </a:xfrm>
          <a:prstGeom prst="roundRect">
            <a:avLst>
              <a:gd name="adj" fmla="val 1702"/>
            </a:avLst>
          </a:prstGeom>
          <a:solidFill>
            <a:srgbClr val="10231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03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DiraSmart 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 •  Responsive (desktop + mobile)  •  Editable AI output  •  Responsible AI disclaimer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1828800" cy="2743200"/>
          </a:xfrm>
          <a:prstGeom prst="roundRect">
            <a:avLst>
              <a:gd name="adj" fmla="val 4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07008" y="39776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Generator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90672" y="3108960"/>
            <a:ext cx="1828800" cy="2743200"/>
          </a:xfrm>
          <a:prstGeom prst="roundRect">
            <a:avLst>
              <a:gd name="adj" fmla="val 4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39776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Summarizer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84064" y="3108960"/>
            <a:ext cx="1828800" cy="2743200"/>
          </a:xfrm>
          <a:prstGeom prst="roundRect">
            <a:avLst>
              <a:gd name="adj" fmla="val 4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93792" y="39776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Planner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77456" y="3108960"/>
            <a:ext cx="1828800" cy="2743200"/>
          </a:xfrm>
          <a:prstGeom prst="roundRect">
            <a:avLst>
              <a:gd name="adj" fmla="val 4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87184" y="39776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70848" y="3108960"/>
            <a:ext cx="1828800" cy="2743200"/>
          </a:xfrm>
          <a:prstGeom prst="roundRect">
            <a:avLst>
              <a:gd name="adj" fmla="val 4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0848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80576" y="397764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Chatbot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Email Generator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context-based, professional emails from a few bullet points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tone variation: formal, friendly, persuasive, apologetic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vocabulary &amp; formality by audience: client, manager, or team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fully editable before copying or sending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0231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system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7EB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professional workplace writing assistant. Write clear, well-structured emails, and adapt vocabulary, formality, and level of detail to the stated audience type (Client: polished and reassuring; Manager: concise and outcome-focused; Team: collaborative and direct). Output only the email — no preamble."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Notes Summarizer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long, messy notes into a clean structured summary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decisions made and key discussion points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action items with owners and deadlines where mentioned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open questions so nothing gets lost after the meeting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0231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system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7EB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meeting-notes summarization assistant. Output structured plain text with: Overview, Decisions Made, Action Items (owner + deadline if mentioned), and Open Questions. No preamble."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Task Planner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prioritized daily or weekly schedule from a task list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tasks High / Medium / Low by urgency and importance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realistic time-blocks around working hours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time-optimization tip for the 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0231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system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7EB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workplace task-planning assistant. Build a realistic, prioritized, time-blocked schedule. Rank tasks by urgency and importance, explain priority briefly, and end with one Time-Saving Tip. No preamble."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Research Assistant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a topic, question, or pasted article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complex information into plain, jargon-free language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key insights — the 'so what' behind the facts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concrete, workplace-relevant recommendations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0231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system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7EB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workplace research assistant. Make complex information fast to understand. Output: Summary (plain language), Key Insights, and Recommendations (concrete next actions). No preamble."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by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keeps a human firmly in the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disclaimer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423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every AI screen, reminding users to verify accuracy and avoid sensitive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✎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never auto-sent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2423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output lands in an editable panel — drafts to refine, not final actions.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Narrowly scoped prompts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has its own system prompt, reducing off-topic or unpredictable output.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8660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loading &amp; errors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4572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surface clearly instead of silently producing bad output.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2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replaced by one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80560" y="2103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2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48056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raw notes into action items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21031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2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13816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output stays human-reviewed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7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consolidating five recurring workplace tasks into one AI-assisted workflow, DiraSmart cuts the time professionals spend on admin — so more time goes to the work that actually needs a human.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DiraSmart  •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DiraSmart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smart.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DiraSmart — AI Workplace Productivity Assistant</dc:title>
  <dc:subject>PptxGenJS Presentation</dc:subject>
  <dc:creator>DiraSmart Team</dc:creator>
  <cp:lastModifiedBy>DiraSmart Team</cp:lastModifiedBy>
  <cp:revision>1</cp:revision>
  <dcterms:created xsi:type="dcterms:W3CDTF">2026-06-30T15:32:41Z</dcterms:created>
  <dcterms:modified xsi:type="dcterms:W3CDTF">2026-06-30T15:32:41Z</dcterms:modified>
</cp:coreProperties>
</file>